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7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5F49-50EF-5303-F10A-BF40B4C7C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FF91DF-35F7-17A1-C2B8-576D8EEEB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EEAF9-C9F2-2111-443A-BC790640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C6E5C-CA88-3CF0-3673-0EC2189A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A2E8F-7D02-C311-8C6F-B2B1B47E9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9113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1206-B3C1-E7E4-D12C-30A5BE6C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C9944-0910-8C4A-EE97-2339DC9D0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D7991-E4E3-2573-AC6E-A469285BE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66EA1-5BD7-DAB7-D690-9EE8C89D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ACCC6-A8E0-3616-7953-268152AD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923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3838F-3C74-31FC-134C-61E03496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0532A-9937-A3AF-EBD2-8CC7CAD42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85681-DD3A-DF6C-1BD9-C05D8B53E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B397F-CD43-3335-81D7-10E8A04E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CC978-AE25-63B4-EDE0-51EAABEB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09272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449B-8208-05D0-C3B3-7294C91C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796C8-01F2-14B7-9465-0892509D2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F0AB7-9CD1-A682-397B-F983A4B17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D2C83-A68C-0174-5D94-E8EBD40E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593AF-711B-F974-E2EB-5492BE56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250D0-CDA0-DEDA-16DD-36108448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300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3C4E-6339-1513-1B6A-0B6DA382B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2EEC1-2DCD-7230-2E7B-BAA56F04F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8F8D8-C66E-C76B-69FF-6E8B4058F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22080-D0EE-4A42-C489-6DC7FA284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3848C8-F5BB-74F1-BCD3-4C8A641FA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D6B486-E4DB-1928-24BF-89C0E8D3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73EF2-5413-6A64-AAE6-A60DFFFA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90F013-6684-EE63-D9FF-77F81E23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5899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6A3CC-7A53-7907-F46D-0302972E4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C6AEE-7D1C-C902-5B83-798D47FE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62043-C0C6-C5A2-8F93-A97866F5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A3934-B3AB-7A0D-A1A6-E677612D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8716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B91773-C18B-BE70-9FCE-C33F2E0B6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59EF7-DDF5-D7CA-EEC4-114C465F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C1728-7DEA-3FA4-6A1D-530F87C3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462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709B-C34A-B339-1AE2-7089C056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53585-E00D-7641-EA55-3CF8B67DB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31688-740A-844F-13E3-81982C86E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C5803-3E9F-9F1A-BB72-8DE9B2D2E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42F42-AEB4-CC82-78F9-A9CA79790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CDE75-1116-A002-4A27-87473695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9807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9E64-70DF-DECE-1D1C-2350F048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C2170E-E8BB-A5EB-DE68-CDDD7E1B7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51A8A-ECB6-818B-74C2-ED6B881F5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C524C-8F65-9A41-4B98-5A709BE8C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7FAF0-D3C7-DCE7-95AE-9127A252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3E690-8616-4D06-FAAD-4C09F2B2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3925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9841-BD52-C549-4549-768B579A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D39CA-015D-3E23-B39E-1429380A5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4C26-1327-44F4-6CD0-C02E13C7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DD175-B15A-293F-1EE2-1BBD31429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C8877-0CCB-2FF2-0A3C-3270A054E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6007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F94F4-4178-B18F-0DD1-33D37FB9B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BC02B-4466-929B-DB6C-40BD4CA62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CA966-9165-7265-7312-E8660A4F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4B508-B518-55BD-9585-D6026015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308DD-4662-6C14-95DE-CF524042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542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A5AE62-27EA-7EF2-2A77-D4E570A1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BDACD-2611-16B5-CA5C-7250CA2A0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F5BF4-4E32-E5CA-02E6-FA6491907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72DAC-9644-4683-850C-AC8678D18963}" type="datetimeFigureOut">
              <a:rPr lang="en-NL" smtClean="0"/>
              <a:t>14/01/2026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18782-09AC-8DDC-8C75-EFE61B8F5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9A5DC-959F-D839-4AE6-497911346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CDED4-DA95-443C-AE72-92CC7979FEC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8039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17D82C6-4FAE-F8D9-1FE3-E100D3D442AD}"/>
              </a:ext>
            </a:extLst>
          </p:cNvPr>
          <p:cNvGrpSpPr/>
          <p:nvPr/>
        </p:nvGrpSpPr>
        <p:grpSpPr>
          <a:xfrm>
            <a:off x="2409713" y="2342702"/>
            <a:ext cx="2103194" cy="1680658"/>
            <a:chOff x="2409713" y="2342702"/>
            <a:chExt cx="2103194" cy="168065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71BE01C-A897-3E13-677C-781E862A6592}"/>
                </a:ext>
              </a:extLst>
            </p:cNvPr>
            <p:cNvCxnSpPr/>
            <p:nvPr/>
          </p:nvCxnSpPr>
          <p:spPr>
            <a:xfrm>
              <a:off x="2409713" y="4023360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4BE23D8-3107-591A-AA07-86B92226DF6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19487" y="3813586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28F352-02A8-F9E8-523F-A31C355D73D7}"/>
                </a:ext>
              </a:extLst>
            </p:cNvPr>
            <p:cNvCxnSpPr/>
            <p:nvPr/>
          </p:nvCxnSpPr>
          <p:spPr>
            <a:xfrm>
              <a:off x="2829261" y="3603812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4A9E4F5-0823-5C3B-58CB-3229B2701F8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39035" y="3394038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5B90B6D-E422-EEF7-76B9-3497EEDE8986}"/>
                </a:ext>
              </a:extLst>
            </p:cNvPr>
            <p:cNvCxnSpPr/>
            <p:nvPr/>
          </p:nvCxnSpPr>
          <p:spPr>
            <a:xfrm>
              <a:off x="3254263" y="3181798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9871DB9-309F-ADA4-A053-233271CA82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4037" y="2972024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A476540-A90C-283F-D14E-CB9A202B142E}"/>
                </a:ext>
              </a:extLst>
            </p:cNvPr>
            <p:cNvCxnSpPr/>
            <p:nvPr/>
          </p:nvCxnSpPr>
          <p:spPr>
            <a:xfrm>
              <a:off x="3673811" y="2762250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FD33EE-34D8-C21A-444A-978E3DCF16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83585" y="2552476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EEE5878-F76D-FC0D-CDC7-E06350597624}"/>
                </a:ext>
              </a:extLst>
            </p:cNvPr>
            <p:cNvCxnSpPr/>
            <p:nvPr/>
          </p:nvCxnSpPr>
          <p:spPr>
            <a:xfrm>
              <a:off x="4093359" y="2342702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0785664-D8AA-10C7-DC83-017B87E84DEE}"/>
              </a:ext>
            </a:extLst>
          </p:cNvPr>
          <p:cNvGrpSpPr/>
          <p:nvPr/>
        </p:nvGrpSpPr>
        <p:grpSpPr>
          <a:xfrm flipV="1">
            <a:off x="4512906" y="2342702"/>
            <a:ext cx="2103194" cy="1680658"/>
            <a:chOff x="2409713" y="2342702"/>
            <a:chExt cx="2103194" cy="1680658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D0C232-2B64-7702-64DA-2E1E7832E957}"/>
                </a:ext>
              </a:extLst>
            </p:cNvPr>
            <p:cNvCxnSpPr/>
            <p:nvPr/>
          </p:nvCxnSpPr>
          <p:spPr>
            <a:xfrm>
              <a:off x="2409713" y="4023360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B9EB69-022B-4C86-E01A-A30EADA9311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619487" y="3813586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60ED3A5-61B6-C1D3-973C-4220B19A1FE6}"/>
                </a:ext>
              </a:extLst>
            </p:cNvPr>
            <p:cNvCxnSpPr/>
            <p:nvPr/>
          </p:nvCxnSpPr>
          <p:spPr>
            <a:xfrm>
              <a:off x="2829261" y="3603812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DC046B6-5A63-BED3-E00C-4A852B5E8F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39035" y="3394038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93A4C7-1F54-E1C3-65B7-4C64A30C98A9}"/>
                </a:ext>
              </a:extLst>
            </p:cNvPr>
            <p:cNvCxnSpPr/>
            <p:nvPr/>
          </p:nvCxnSpPr>
          <p:spPr>
            <a:xfrm>
              <a:off x="3254263" y="3181798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C1F7691-3994-AB3B-E6C5-C4FEC66AFD9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464037" y="2972024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12478FE-B468-5C18-70F2-A31314CEA4C4}"/>
                </a:ext>
              </a:extLst>
            </p:cNvPr>
            <p:cNvCxnSpPr/>
            <p:nvPr/>
          </p:nvCxnSpPr>
          <p:spPr>
            <a:xfrm>
              <a:off x="3673811" y="2762250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2A108B-A22D-C378-96A8-68CF7417F8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83585" y="2552476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04D9AD6-9034-63B6-5EE4-D51C15D2B782}"/>
                </a:ext>
              </a:extLst>
            </p:cNvPr>
            <p:cNvCxnSpPr/>
            <p:nvPr/>
          </p:nvCxnSpPr>
          <p:spPr>
            <a:xfrm>
              <a:off x="4093359" y="2342702"/>
              <a:ext cx="4195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562692-568A-DEC6-8216-1C7A81480861}"/>
              </a:ext>
            </a:extLst>
          </p:cNvPr>
          <p:cNvCxnSpPr>
            <a:cxnSpLocks/>
          </p:cNvCxnSpPr>
          <p:nvPr/>
        </p:nvCxnSpPr>
        <p:spPr>
          <a:xfrm>
            <a:off x="4512906" y="2165350"/>
            <a:ext cx="0" cy="200025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602F44-6007-0FAC-C273-274083FB8327}"/>
              </a:ext>
            </a:extLst>
          </p:cNvPr>
          <p:cNvCxnSpPr>
            <a:cxnSpLocks/>
          </p:cNvCxnSpPr>
          <p:nvPr/>
        </p:nvCxnSpPr>
        <p:spPr>
          <a:xfrm>
            <a:off x="1670834" y="2340237"/>
            <a:ext cx="2471269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6593C43-ACF2-E929-7010-6AF348B0C648}"/>
              </a:ext>
            </a:extLst>
          </p:cNvPr>
          <p:cNvCxnSpPr>
            <a:cxnSpLocks/>
          </p:cNvCxnSpPr>
          <p:nvPr/>
        </p:nvCxnSpPr>
        <p:spPr>
          <a:xfrm>
            <a:off x="1670834" y="4023360"/>
            <a:ext cx="2471269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A04AAE2-64A5-088A-BF61-10CA3963561A}"/>
              </a:ext>
            </a:extLst>
          </p:cNvPr>
          <p:cNvSpPr txBox="1"/>
          <p:nvPr/>
        </p:nvSpPr>
        <p:spPr>
          <a:xfrm>
            <a:off x="1670833" y="2108200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 end</a:t>
            </a:r>
            <a:endParaRPr lang="en-NL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F39BA4-B409-6431-D9FF-9CB42FC25DF8}"/>
              </a:ext>
            </a:extLst>
          </p:cNvPr>
          <p:cNvSpPr txBox="1"/>
          <p:nvPr/>
        </p:nvSpPr>
        <p:spPr>
          <a:xfrm>
            <a:off x="1670833" y="3813585"/>
            <a:ext cx="612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 start</a:t>
            </a:r>
            <a:endParaRPr lang="en-NL" sz="120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8ED6D8B-D51F-7C38-C8D7-15A14F5AC948}"/>
              </a:ext>
            </a:extLst>
          </p:cNvPr>
          <p:cNvCxnSpPr>
            <a:cxnSpLocks/>
          </p:cNvCxnSpPr>
          <p:nvPr/>
        </p:nvCxnSpPr>
        <p:spPr>
          <a:xfrm>
            <a:off x="3995461" y="2339638"/>
            <a:ext cx="0" cy="43378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8D7EAAF3-C555-9F80-7338-052A1BB2FCCD}"/>
              </a:ext>
            </a:extLst>
          </p:cNvPr>
          <p:cNvSpPr txBox="1"/>
          <p:nvPr/>
        </p:nvSpPr>
        <p:spPr>
          <a:xfrm>
            <a:off x="3430239" y="2418028"/>
            <a:ext cx="5981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 step</a:t>
            </a:r>
            <a:endParaRPr lang="en-NL" sz="12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C995449-9E85-8F6A-D059-89499D226951}"/>
              </a:ext>
            </a:extLst>
          </p:cNvPr>
          <p:cNvCxnSpPr>
            <a:cxnSpLocks/>
          </p:cNvCxnSpPr>
          <p:nvPr/>
        </p:nvCxnSpPr>
        <p:spPr>
          <a:xfrm flipH="1">
            <a:off x="2829261" y="3535207"/>
            <a:ext cx="417789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33C5D8B-0AEC-C7DE-18CB-5CE99D20C905}"/>
              </a:ext>
            </a:extLst>
          </p:cNvPr>
          <p:cNvSpPr txBox="1"/>
          <p:nvPr/>
        </p:nvSpPr>
        <p:spPr>
          <a:xfrm>
            <a:off x="2246157" y="3115044"/>
            <a:ext cx="104387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Point time</a:t>
            </a:r>
          </a:p>
          <a:p>
            <a:r>
              <a:rPr lang="en-US" sz="900" dirty="0"/>
              <a:t>V step / scan rate</a:t>
            </a:r>
            <a:endParaRPr lang="en-NL" sz="900" dirty="0"/>
          </a:p>
        </p:txBody>
      </p:sp>
    </p:spTree>
    <p:extLst>
      <p:ext uri="{BB962C8B-B14F-4D97-AF65-F5344CB8AC3E}">
        <p14:creationId xmlns:p14="http://schemas.microsoft.com/office/powerpoint/2010/main" val="201735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3285664-5E59-0551-8AF6-FF51F990A561}"/>
              </a:ext>
            </a:extLst>
          </p:cNvPr>
          <p:cNvSpPr/>
          <p:nvPr/>
        </p:nvSpPr>
        <p:spPr>
          <a:xfrm>
            <a:off x="2723926" y="1953734"/>
            <a:ext cx="1185134" cy="137799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C2013BB-D39E-BD6B-7A4D-28006771D24F}"/>
              </a:ext>
            </a:extLst>
          </p:cNvPr>
          <p:cNvSpPr/>
          <p:nvPr/>
        </p:nvSpPr>
        <p:spPr>
          <a:xfrm>
            <a:off x="1640093" y="1417320"/>
            <a:ext cx="3246120" cy="4488180"/>
          </a:xfrm>
          <a:custGeom>
            <a:avLst/>
            <a:gdLst>
              <a:gd name="csX0" fmla="*/ 0 w 3246120"/>
              <a:gd name="csY0" fmla="*/ 0 h 4488180"/>
              <a:gd name="csX1" fmla="*/ 2514600 w 3246120"/>
              <a:gd name="csY1" fmla="*/ 792480 h 4488180"/>
              <a:gd name="csX2" fmla="*/ 3246120 w 3246120"/>
              <a:gd name="csY2" fmla="*/ 4488180 h 4488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46120" h="4488180">
                <a:moveTo>
                  <a:pt x="0" y="0"/>
                </a:moveTo>
                <a:cubicBezTo>
                  <a:pt x="986790" y="22225"/>
                  <a:pt x="1973580" y="44450"/>
                  <a:pt x="2514600" y="792480"/>
                </a:cubicBezTo>
                <a:cubicBezTo>
                  <a:pt x="3055620" y="1540510"/>
                  <a:pt x="3214370" y="4107180"/>
                  <a:pt x="3246120" y="448818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05E1AB-0C91-5328-D8E7-D931FFBE4C4E}"/>
              </a:ext>
            </a:extLst>
          </p:cNvPr>
          <p:cNvCxnSpPr>
            <a:cxnSpLocks/>
          </p:cNvCxnSpPr>
          <p:nvPr/>
        </p:nvCxnSpPr>
        <p:spPr>
          <a:xfrm>
            <a:off x="1485900" y="1315391"/>
            <a:ext cx="2423160" cy="309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5B5189-24ED-A132-B49F-E174926E5771}"/>
              </a:ext>
            </a:extLst>
          </p:cNvPr>
          <p:cNvCxnSpPr>
            <a:cxnSpLocks/>
          </p:cNvCxnSpPr>
          <p:nvPr/>
        </p:nvCxnSpPr>
        <p:spPr>
          <a:xfrm>
            <a:off x="4290060" y="2121471"/>
            <a:ext cx="558666" cy="24854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E954CE5-1E22-C171-2F11-DF782C8FDD72}"/>
              </a:ext>
            </a:extLst>
          </p:cNvPr>
          <p:cNvSpPr txBox="1"/>
          <p:nvPr/>
        </p:nvSpPr>
        <p:spPr>
          <a:xfrm>
            <a:off x="3321304" y="1232654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</a:t>
            </a:r>
            <a:r>
              <a:rPr lang="en-US" baseline="-25000" dirty="0" err="1"/>
              <a:t>shunt</a:t>
            </a:r>
            <a:endParaRPr lang="en-NL" baseline="-25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0D68B9-B7F0-4EF2-52F6-A86A4C46E760}"/>
              </a:ext>
            </a:extLst>
          </p:cNvPr>
          <p:cNvSpPr txBox="1"/>
          <p:nvPr/>
        </p:nvSpPr>
        <p:spPr>
          <a:xfrm>
            <a:off x="4313925" y="2256654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</a:t>
            </a:r>
            <a:r>
              <a:rPr lang="en-US" baseline="-25000" dirty="0" err="1"/>
              <a:t>series</a:t>
            </a:r>
            <a:endParaRPr lang="en-NL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5D4D76-437A-E5C5-2A0B-A936242690CC}"/>
              </a:ext>
            </a:extLst>
          </p:cNvPr>
          <p:cNvSpPr txBox="1"/>
          <p:nvPr/>
        </p:nvSpPr>
        <p:spPr>
          <a:xfrm>
            <a:off x="2186940" y="995357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  <a:r>
              <a:rPr lang="en-US" baseline="-25000" dirty="0"/>
              <a:t>sc</a:t>
            </a:r>
            <a:endParaRPr lang="en-NL" baseline="-25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74ADA2-1A73-8026-D4D9-741A4DE7D6AB}"/>
              </a:ext>
            </a:extLst>
          </p:cNvPr>
          <p:cNvSpPr txBox="1"/>
          <p:nvPr/>
        </p:nvSpPr>
        <p:spPr>
          <a:xfrm>
            <a:off x="4097754" y="3371830"/>
            <a:ext cx="47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oc</a:t>
            </a:r>
            <a:endParaRPr lang="en-NL" baseline="-250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D2D43FF-545C-D5CE-7338-7519763732E1}"/>
              </a:ext>
            </a:extLst>
          </p:cNvPr>
          <p:cNvCxnSpPr>
            <a:cxnSpLocks/>
          </p:cNvCxnSpPr>
          <p:nvPr/>
        </p:nvCxnSpPr>
        <p:spPr>
          <a:xfrm flipV="1">
            <a:off x="561639" y="3334646"/>
            <a:ext cx="4324574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A7089D-B45E-76CE-B38B-73EA4A2CD27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1640" y="3331732"/>
            <a:ext cx="4324574" cy="1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1973887-3370-EEA6-8A3C-B2A843611FF5}"/>
              </a:ext>
            </a:extLst>
          </p:cNvPr>
          <p:cNvSpPr txBox="1"/>
          <p:nvPr/>
        </p:nvSpPr>
        <p:spPr>
          <a:xfrm>
            <a:off x="4886213" y="3147066"/>
            <a:ext cx="319315" cy="369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endParaRPr lang="en-NL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DF1695-F0DE-2798-BB46-6E9A37C9D109}"/>
              </a:ext>
            </a:extLst>
          </p:cNvPr>
          <p:cNvSpPr txBox="1"/>
          <p:nvPr/>
        </p:nvSpPr>
        <p:spPr>
          <a:xfrm>
            <a:off x="2579508" y="840800"/>
            <a:ext cx="319315" cy="369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  <a:endParaRPr lang="en-NL" baseline="-250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C2231CC-834C-F1AD-8BD2-DE5D96D65A90}"/>
              </a:ext>
            </a:extLst>
          </p:cNvPr>
          <p:cNvCxnSpPr/>
          <p:nvPr/>
        </p:nvCxnSpPr>
        <p:spPr>
          <a:xfrm flipV="1">
            <a:off x="4396740" y="3371830"/>
            <a:ext cx="142173" cy="15218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B7488D-AA1A-2C87-3EBE-EED781670BBC}"/>
              </a:ext>
            </a:extLst>
          </p:cNvPr>
          <p:cNvCxnSpPr>
            <a:cxnSpLocks/>
          </p:cNvCxnSpPr>
          <p:nvPr/>
        </p:nvCxnSpPr>
        <p:spPr>
          <a:xfrm rot="5400000" flipV="1">
            <a:off x="2544311" y="1304886"/>
            <a:ext cx="142173" cy="15218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AA2527-4F64-C224-3978-DCEEC9C17D45}"/>
              </a:ext>
            </a:extLst>
          </p:cNvPr>
          <p:cNvSpPr txBox="1"/>
          <p:nvPr/>
        </p:nvSpPr>
        <p:spPr>
          <a:xfrm>
            <a:off x="2847492" y="2488616"/>
            <a:ext cx="1126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Fill Factor</a:t>
            </a:r>
            <a:endParaRPr lang="en-NL" sz="1400" baseline="-25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6E7541-35D3-76A9-0BC8-116FAE8D7CC6}"/>
              </a:ext>
            </a:extLst>
          </p:cNvPr>
          <p:cNvSpPr txBox="1"/>
          <p:nvPr/>
        </p:nvSpPr>
        <p:spPr>
          <a:xfrm>
            <a:off x="4063253" y="154888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MPP</a:t>
            </a:r>
            <a:endParaRPr lang="en-NL" baseline="-25000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A4824C5-C3E1-A5FD-EC13-DFEE366D590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952313" y="1774152"/>
            <a:ext cx="142173" cy="152184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D543554-2ADA-D4FC-0048-C2740869A484}"/>
              </a:ext>
            </a:extLst>
          </p:cNvPr>
          <p:cNvSpPr txBox="1"/>
          <p:nvPr/>
        </p:nvSpPr>
        <p:spPr>
          <a:xfrm>
            <a:off x="1999337" y="1727018"/>
            <a:ext cx="692153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  <a:r>
              <a:rPr lang="en-US" baseline="-25000" dirty="0"/>
              <a:t>MPP</a:t>
            </a:r>
            <a:endParaRPr lang="en-NL" baseline="-25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49B745-FB17-23FD-D3D1-66107A617F8A}"/>
              </a:ext>
            </a:extLst>
          </p:cNvPr>
          <p:cNvSpPr txBox="1"/>
          <p:nvPr/>
        </p:nvSpPr>
        <p:spPr>
          <a:xfrm>
            <a:off x="3584957" y="3429000"/>
            <a:ext cx="692153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</a:t>
            </a:r>
            <a:r>
              <a:rPr lang="en-US" baseline="-25000" dirty="0"/>
              <a:t>MPP</a:t>
            </a:r>
            <a:endParaRPr lang="en-NL" baseline="-250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7184633-C877-2289-46B7-3588BB717630}"/>
              </a:ext>
            </a:extLst>
          </p:cNvPr>
          <p:cNvCxnSpPr>
            <a:cxnSpLocks/>
          </p:cNvCxnSpPr>
          <p:nvPr/>
        </p:nvCxnSpPr>
        <p:spPr>
          <a:xfrm rot="16200000">
            <a:off x="3788499" y="3432543"/>
            <a:ext cx="20855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58232C-5DE0-2EA7-1153-E8DF5C98A7F7}"/>
              </a:ext>
            </a:extLst>
          </p:cNvPr>
          <p:cNvCxnSpPr>
            <a:cxnSpLocks/>
          </p:cNvCxnSpPr>
          <p:nvPr/>
        </p:nvCxnSpPr>
        <p:spPr>
          <a:xfrm>
            <a:off x="2482939" y="1953734"/>
            <a:ext cx="20855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73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615D57-701D-3183-E972-4D97243E681A}"/>
              </a:ext>
            </a:extLst>
          </p:cNvPr>
          <p:cNvSpPr/>
          <p:nvPr/>
        </p:nvSpPr>
        <p:spPr>
          <a:xfrm>
            <a:off x="1183341" y="1436167"/>
            <a:ext cx="4528970" cy="1507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50804-97A5-7CCE-CBB7-4216D9B0F3C2}"/>
              </a:ext>
            </a:extLst>
          </p:cNvPr>
          <p:cNvSpPr/>
          <p:nvPr/>
        </p:nvSpPr>
        <p:spPr>
          <a:xfrm>
            <a:off x="1333948" y="1688951"/>
            <a:ext cx="2065468" cy="9681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7C471D-E546-F06B-B993-6C15F1BC5007}"/>
              </a:ext>
            </a:extLst>
          </p:cNvPr>
          <p:cNvSpPr/>
          <p:nvPr/>
        </p:nvSpPr>
        <p:spPr>
          <a:xfrm>
            <a:off x="1624405" y="1850315"/>
            <a:ext cx="462579" cy="2366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F5D5C-DAAB-19D5-4F1A-F8B8274ABF8A}"/>
              </a:ext>
            </a:extLst>
          </p:cNvPr>
          <p:cNvSpPr/>
          <p:nvPr/>
        </p:nvSpPr>
        <p:spPr>
          <a:xfrm>
            <a:off x="2511910" y="1850315"/>
            <a:ext cx="462579" cy="2366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9CCE9-77EC-788C-ED9C-DC6296C2AF48}"/>
              </a:ext>
            </a:extLst>
          </p:cNvPr>
          <p:cNvSpPr/>
          <p:nvPr/>
        </p:nvSpPr>
        <p:spPr>
          <a:xfrm>
            <a:off x="1624405" y="2269863"/>
            <a:ext cx="462579" cy="2366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E7A225-2FEF-6E27-07AF-BBF18091A896}"/>
              </a:ext>
            </a:extLst>
          </p:cNvPr>
          <p:cNvSpPr/>
          <p:nvPr/>
        </p:nvSpPr>
        <p:spPr>
          <a:xfrm>
            <a:off x="2511910" y="2269863"/>
            <a:ext cx="462579" cy="2366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9820A5-1CBF-EA43-5608-1F9EF9E9E951}"/>
              </a:ext>
            </a:extLst>
          </p:cNvPr>
          <p:cNvSpPr/>
          <p:nvPr/>
        </p:nvSpPr>
        <p:spPr>
          <a:xfrm>
            <a:off x="3399415" y="1495314"/>
            <a:ext cx="45719" cy="12694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917F4B-25B7-C375-A29C-A07DB4D8B049}"/>
              </a:ext>
            </a:extLst>
          </p:cNvPr>
          <p:cNvSpPr/>
          <p:nvPr/>
        </p:nvSpPr>
        <p:spPr>
          <a:xfrm>
            <a:off x="4959276" y="1995544"/>
            <a:ext cx="355002" cy="35500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D667BB0-2366-6A9D-8B65-BF08BF75ABB4}"/>
              </a:ext>
            </a:extLst>
          </p:cNvPr>
          <p:cNvSpPr/>
          <p:nvPr/>
        </p:nvSpPr>
        <p:spPr>
          <a:xfrm>
            <a:off x="3453205" y="1731981"/>
            <a:ext cx="1678193" cy="258184"/>
          </a:xfrm>
          <a:custGeom>
            <a:avLst/>
            <a:gdLst>
              <a:gd name="csX0" fmla="*/ 0 w 1678193"/>
              <a:gd name="csY0" fmla="*/ 0 h 258184"/>
              <a:gd name="csX1" fmla="*/ 1678193 w 1678193"/>
              <a:gd name="csY1" fmla="*/ 0 h 258184"/>
              <a:gd name="csX2" fmla="*/ 1678193 w 1678193"/>
              <a:gd name="csY2" fmla="*/ 258184 h 258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8193" h="258184">
                <a:moveTo>
                  <a:pt x="0" y="0"/>
                </a:moveTo>
                <a:lnTo>
                  <a:pt x="1678193" y="0"/>
                </a:lnTo>
                <a:lnTo>
                  <a:pt x="1678193" y="258184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EE69C32-79A9-FE97-9488-B1F3176EA1DF}"/>
              </a:ext>
            </a:extLst>
          </p:cNvPr>
          <p:cNvSpPr/>
          <p:nvPr/>
        </p:nvSpPr>
        <p:spPr>
          <a:xfrm>
            <a:off x="3445134" y="1893347"/>
            <a:ext cx="1678193" cy="656217"/>
          </a:xfrm>
          <a:custGeom>
            <a:avLst/>
            <a:gdLst>
              <a:gd name="csX0" fmla="*/ 0 w 1678193"/>
              <a:gd name="csY0" fmla="*/ 0 h 720763"/>
              <a:gd name="csX1" fmla="*/ 1323190 w 1678193"/>
              <a:gd name="csY1" fmla="*/ 0 h 720763"/>
              <a:gd name="csX2" fmla="*/ 1323190 w 1678193"/>
              <a:gd name="csY2" fmla="*/ 720763 h 720763"/>
              <a:gd name="csX3" fmla="*/ 1678193 w 1678193"/>
              <a:gd name="csY3" fmla="*/ 720763 h 720763"/>
              <a:gd name="csX4" fmla="*/ 1678193 w 1678193"/>
              <a:gd name="csY4" fmla="*/ 516367 h 720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8193" h="720763">
                <a:moveTo>
                  <a:pt x="0" y="0"/>
                </a:moveTo>
                <a:lnTo>
                  <a:pt x="1323190" y="0"/>
                </a:lnTo>
                <a:lnTo>
                  <a:pt x="1323190" y="720763"/>
                </a:lnTo>
                <a:lnTo>
                  <a:pt x="1678193" y="720763"/>
                </a:lnTo>
                <a:lnTo>
                  <a:pt x="1678193" y="51636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68FB80C-3E6C-CA4E-77D8-9C048F3D29BC}"/>
              </a:ext>
            </a:extLst>
          </p:cNvPr>
          <p:cNvSpPr/>
          <p:nvPr/>
        </p:nvSpPr>
        <p:spPr>
          <a:xfrm flipV="1">
            <a:off x="7401262" y="2361306"/>
            <a:ext cx="1678193" cy="258184"/>
          </a:xfrm>
          <a:custGeom>
            <a:avLst/>
            <a:gdLst>
              <a:gd name="csX0" fmla="*/ 0 w 1678193"/>
              <a:gd name="csY0" fmla="*/ 0 h 258184"/>
              <a:gd name="csX1" fmla="*/ 1678193 w 1678193"/>
              <a:gd name="csY1" fmla="*/ 0 h 258184"/>
              <a:gd name="csX2" fmla="*/ 1678193 w 1678193"/>
              <a:gd name="csY2" fmla="*/ 258184 h 258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78193" h="258184">
                <a:moveTo>
                  <a:pt x="0" y="0"/>
                </a:moveTo>
                <a:lnTo>
                  <a:pt x="1678193" y="0"/>
                </a:lnTo>
                <a:lnTo>
                  <a:pt x="1678193" y="258184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FDFA36C-4580-854F-B172-AF45F9E68B7B}"/>
              </a:ext>
            </a:extLst>
          </p:cNvPr>
          <p:cNvSpPr/>
          <p:nvPr/>
        </p:nvSpPr>
        <p:spPr>
          <a:xfrm>
            <a:off x="7401262" y="1893346"/>
            <a:ext cx="602428" cy="623944"/>
          </a:xfrm>
          <a:custGeom>
            <a:avLst/>
            <a:gdLst>
              <a:gd name="csX0" fmla="*/ 0 w 602428"/>
              <a:gd name="csY0" fmla="*/ 0 h 623944"/>
              <a:gd name="csX1" fmla="*/ 602428 w 602428"/>
              <a:gd name="csY1" fmla="*/ 0 h 623944"/>
              <a:gd name="csX2" fmla="*/ 602428 w 602428"/>
              <a:gd name="csY2" fmla="*/ 623944 h 623944"/>
              <a:gd name="csX3" fmla="*/ 0 w 602428"/>
              <a:gd name="csY3" fmla="*/ 623944 h 623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02428" h="623944">
                <a:moveTo>
                  <a:pt x="0" y="0"/>
                </a:moveTo>
                <a:lnTo>
                  <a:pt x="602428" y="0"/>
                </a:lnTo>
                <a:lnTo>
                  <a:pt x="602428" y="623944"/>
                </a:lnTo>
                <a:lnTo>
                  <a:pt x="0" y="62394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6B26A9-5345-5A05-FC17-4C5ED86682E6}"/>
              </a:ext>
            </a:extLst>
          </p:cNvPr>
          <p:cNvSpPr txBox="1"/>
          <p:nvPr/>
        </p:nvSpPr>
        <p:spPr>
          <a:xfrm>
            <a:off x="3101352" y="162083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</a:t>
            </a:r>
            <a:endParaRPr lang="en-NL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A096D5-BC03-EEAE-EF6B-A703E874CDAF}"/>
              </a:ext>
            </a:extLst>
          </p:cNvPr>
          <p:cNvSpPr txBox="1"/>
          <p:nvPr/>
        </p:nvSpPr>
        <p:spPr>
          <a:xfrm>
            <a:off x="3101352" y="233262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</a:t>
            </a:r>
            <a:endParaRPr lang="en-NL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7BF7A53-A56C-E6EC-8D8A-6CBC0738C113}"/>
              </a:ext>
            </a:extLst>
          </p:cNvPr>
          <p:cNvCxnSpPr>
            <a:cxnSpLocks/>
          </p:cNvCxnSpPr>
          <p:nvPr/>
        </p:nvCxnSpPr>
        <p:spPr>
          <a:xfrm flipH="1">
            <a:off x="5378824" y="1968649"/>
            <a:ext cx="249818" cy="11833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761B14-6A7C-034A-85FF-2E4CA56422EC}"/>
              </a:ext>
            </a:extLst>
          </p:cNvPr>
          <p:cNvCxnSpPr>
            <a:cxnSpLocks/>
          </p:cNvCxnSpPr>
          <p:nvPr/>
        </p:nvCxnSpPr>
        <p:spPr>
          <a:xfrm flipH="1">
            <a:off x="5378824" y="2070847"/>
            <a:ext cx="249818" cy="11833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7DCAD13-C929-D74E-DEC0-7C41FD7EEDBE}"/>
              </a:ext>
            </a:extLst>
          </p:cNvPr>
          <p:cNvSpPr txBox="1"/>
          <p:nvPr/>
        </p:nvSpPr>
        <p:spPr>
          <a:xfrm>
            <a:off x="4067171" y="1436167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+10V</a:t>
            </a:r>
            <a:endParaRPr lang="en-N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E733F0-C726-8A70-F7F5-F5F2F8C32862}"/>
              </a:ext>
            </a:extLst>
          </p:cNvPr>
          <p:cNvSpPr txBox="1"/>
          <p:nvPr/>
        </p:nvSpPr>
        <p:spPr>
          <a:xfrm>
            <a:off x="4013589" y="1852123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GND</a:t>
            </a:r>
            <a:endParaRPr lang="en-NL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DCB993-1494-A53C-656F-9EC4506FCB45}"/>
              </a:ext>
            </a:extLst>
          </p:cNvPr>
          <p:cNvSpPr txBox="1"/>
          <p:nvPr/>
        </p:nvSpPr>
        <p:spPr>
          <a:xfrm>
            <a:off x="8015228" y="2574675"/>
            <a:ext cx="627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-10V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71693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31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 de Jong</dc:creator>
  <cp:lastModifiedBy>Bas de Jong</cp:lastModifiedBy>
  <cp:revision>4</cp:revision>
  <dcterms:created xsi:type="dcterms:W3CDTF">2026-01-13T15:47:21Z</dcterms:created>
  <dcterms:modified xsi:type="dcterms:W3CDTF">2026-01-14T14:01:50Z</dcterms:modified>
</cp:coreProperties>
</file>